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embeddedFontLst>
    <p:embeddedFont>
      <p:font typeface="Kanit Light"/>
      <p:regular r:id="rId18"/>
    </p:embeddedFont>
    <p:embeddedFont>
      <p:font typeface="Kanit Light"/>
      <p:regular r:id="rId19"/>
    </p:embeddedFont>
    <p:embeddedFont>
      <p:font typeface="Kanit Light"/>
      <p:regular r:id="rId20"/>
    </p:embeddedFont>
    <p:embeddedFont>
      <p:font typeface="Kanit Light"/>
      <p:regular r:id="rId21"/>
    </p:embeddedFont>
    <p:embeddedFont>
      <p:font typeface="Martel Sans"/>
      <p:regular r:id="rId22"/>
    </p:embeddedFont>
    <p:embeddedFont>
      <p:font typeface="Martel Sans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Eco-Commerce Platform: Project Milestones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Building a sustainable marketplace, one step at a time.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70622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Milestone 1: User &amp; Authentication Module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793790" y="2644735"/>
            <a:ext cx="3664744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3310" y="2644735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</p:sp>
      <p:sp>
        <p:nvSpPr>
          <p:cNvPr id="6" name="Text 3"/>
          <p:cNvSpPr/>
          <p:nvPr/>
        </p:nvSpPr>
        <p:spPr>
          <a:xfrm>
            <a:off x="1142524" y="29020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Secure Access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2524" y="3392448"/>
            <a:ext cx="30587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Registration, Login, and JWT authentication for robust security.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348" y="2644735"/>
            <a:ext cx="3664863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54868" y="2644735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</p:sp>
      <p:sp>
        <p:nvSpPr>
          <p:cNvPr id="10" name="Text 7"/>
          <p:cNvSpPr/>
          <p:nvPr/>
        </p:nvSpPr>
        <p:spPr>
          <a:xfrm>
            <a:off x="5034082" y="29020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Role-Based Control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034082" y="3392448"/>
            <a:ext cx="30588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Differentiated access for Users, Sellers, and Admins.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4965263"/>
            <a:ext cx="3664744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3310" y="4965263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</p:sp>
      <p:sp>
        <p:nvSpPr>
          <p:cNvPr id="14" name="Text 11"/>
          <p:cNvSpPr/>
          <p:nvPr/>
        </p:nvSpPr>
        <p:spPr>
          <a:xfrm>
            <a:off x="1142524" y="52225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Profile Management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142524" y="5712976"/>
            <a:ext cx="30587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Users can easily manage their personal profiles and settings.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3894" y="529471"/>
            <a:ext cx="6747867" cy="481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Expected Output: User &amp; Authentication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73894" y="1087636"/>
            <a:ext cx="2888218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Registration &amp; Login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673894" y="1737360"/>
            <a:ext cx="13282613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Intuitive and secure forms for new users and returning members.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894" y="2261949"/>
            <a:ext cx="13282613" cy="60159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474" y="587335"/>
            <a:ext cx="3412927" cy="400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Personalized Dashboard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47474" y="1414820"/>
            <a:ext cx="13135451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customized user experience with relevant content and features.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474" y="1996797"/>
            <a:ext cx="13135451" cy="60361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48740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Milestone 2: Product Catalog &amp; Carbon Data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282285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3177897"/>
            <a:ext cx="3664744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6" name="Text 3"/>
          <p:cNvSpPr/>
          <p:nvPr/>
        </p:nvSpPr>
        <p:spPr>
          <a:xfrm>
            <a:off x="793790" y="3352205"/>
            <a:ext cx="29465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Product Listings (CRUD)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3842623"/>
            <a:ext cx="36647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Sellers and Admins can Create, Read, Update, and Delete product information.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685348" y="282285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685348" y="3177897"/>
            <a:ext cx="3664863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0" name="Text 7"/>
          <p:cNvSpPr/>
          <p:nvPr/>
        </p:nvSpPr>
        <p:spPr>
          <a:xfrm>
            <a:off x="4685348" y="3352205"/>
            <a:ext cx="28461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Carbon Footprint Input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685348" y="3842623"/>
            <a:ext cx="3664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Manual or auto-calculated carbon data for each product.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93790" y="532816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3790" y="5683210"/>
            <a:ext cx="7556421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4" name="Text 11"/>
          <p:cNvSpPr/>
          <p:nvPr/>
        </p:nvSpPr>
        <p:spPr>
          <a:xfrm>
            <a:off x="793790" y="58575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Eco-Friendly Filtering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93790" y="634793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Browse, search, and filter products based on environmental impact.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1747" y="504230"/>
            <a:ext cx="5469255" cy="458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Expected Output: Product Catalog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41747" y="1329333"/>
            <a:ext cx="1334690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Detailed Product List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1747" y="1828919"/>
            <a:ext cx="13346906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Products displayed with images, price, carbon footprint (CO₂e/kg), and eco-rating/badge.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747" y="2328505"/>
            <a:ext cx="13346906" cy="61486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7235" y="579239"/>
            <a:ext cx="4847630" cy="526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Carbon Impact Breakdown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37235" y="1526977"/>
            <a:ext cx="13155930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Detailed product pages showcasing the full carbon impact breakdown for informed choices.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235" y="2100858"/>
            <a:ext cx="13155930" cy="60244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65421"/>
            <a:ext cx="69427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Milestone 3: Smart Cart &amp; Checkout</a:t>
            </a:r>
            <a:endParaRPr lang="en-US" sz="35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372558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54674" y="25993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Real-time Emissions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154674" y="3089791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Shopping cart displays estimated total CO₂ emissions.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733443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54674" y="39602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Seamless Checkout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154674" y="4450675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Streamlined process with clear order confirmation.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094327"/>
            <a:ext cx="1134070" cy="16698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54674" y="53211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Greener Alternatives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154674" y="5811560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Suggestions for sustainable options before finalizing purchase.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2840355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Expected Output: Smart Cart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396835" y="640675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Cart Page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96835" y="1023342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Items, subtotal, and estimated total CO₂ emissions at a glance.</a:t>
            </a:r>
            <a:endParaRPr lang="en-US" sz="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835" y="1332309"/>
            <a:ext cx="13375719" cy="61171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6835" y="7619524"/>
            <a:ext cx="2264569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Alternative Recommendations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96835" y="8002191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Suggestions for more eco-friendly products to reduce impact.</a:t>
            </a:r>
            <a:endParaRPr lang="en-US" sz="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35" y="8311158"/>
            <a:ext cx="9413319" cy="94133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298269"/>
            <a:ext cx="703849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Journey Towards Sustainability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420540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Our platform is designed to make eco-conscious shopping easy and transparent.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897398"/>
            <a:ext cx="734829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Future Vision: A Greener Marketplace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580453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Empowering consumers and businesses to make a positive environmental impact.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2025-12-29T13:21:13Z</dcterms:created>
  <dcterms:modified xsi:type="dcterms:W3CDTF">2025-12-29T13:21:13Z</dcterms:modified>
</cp:coreProperties>
</file>